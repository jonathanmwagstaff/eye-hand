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51a313f90434a" /><Relationship Type="http://schemas.openxmlformats.org/officeDocument/2006/relationships/extended-properties" Target="/docProps/app.xml" Id="R921b6db5ec684ae8" /><Relationship Type="http://schemas.openxmlformats.org/officeDocument/2006/relationships/officeDocument" Target="/ppt/presentation.xml" Id="Rb294ac9abbe5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4bf1d40a854f64"/>
  </p:sldMasterIdLst>
  <p:notesMasterIdLst>
    <p:notesMasterId xmlns:r="http://schemas.openxmlformats.org/officeDocument/2006/relationships" r:id="Rc0a9fbe49b9c47b6"/>
  </p:notesMasterIdLst>
  <p:sldIdLst>
    <p:sldId xmlns:r="http://schemas.openxmlformats.org/officeDocument/2006/relationships" id="256" r:id="R34c77597da1241de"/>
    <p:sldId xmlns:r="http://schemas.openxmlformats.org/officeDocument/2006/relationships" id="257" r:id="R711cd842eaa64435"/>
    <p:sldId xmlns:r="http://schemas.openxmlformats.org/officeDocument/2006/relationships" id="258" r:id="R2aa2f81e4e4e422a"/>
    <p:sldId xmlns:r="http://schemas.openxmlformats.org/officeDocument/2006/relationships" id="259" r:id="Rf638344594b84e69"/>
    <p:sldId xmlns:r="http://schemas.openxmlformats.org/officeDocument/2006/relationships" id="260" r:id="R14870999b62644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3b8e3cf8194c9a" /><Relationship Type="http://schemas.openxmlformats.org/officeDocument/2006/relationships/slideMaster" Target="/ppt/slideMasters/slideMaster1.xml" Id="Ra04bf1d40a854f64" /><Relationship Type="http://schemas.openxmlformats.org/officeDocument/2006/relationships/notesMaster" Target="/ppt/notesMasters/notesMaster1.xml" Id="Rc0a9fbe49b9c47b6" /><Relationship Type="http://schemas.openxmlformats.org/officeDocument/2006/relationships/presProps" Target="/ppt/presProps.xml" Id="Ra7b45b5b3e984f4c" /><Relationship Type="http://schemas.openxmlformats.org/officeDocument/2006/relationships/tableStyles" Target="/ppt/tableStyles.xml" Id="Ra9b1932f32994e08" /><Relationship Type="http://schemas.openxmlformats.org/officeDocument/2006/relationships/slide" Target="/ppt/slides/slide1.xml" Id="R34c77597da1241de" /><Relationship Type="http://schemas.openxmlformats.org/officeDocument/2006/relationships/slide" Target="/ppt/slides/slide2.xml" Id="R711cd842eaa64435" /><Relationship Type="http://schemas.openxmlformats.org/officeDocument/2006/relationships/slide" Target="/ppt/slides/slide3.xml" Id="R2aa2f81e4e4e422a" /><Relationship Type="http://schemas.openxmlformats.org/officeDocument/2006/relationships/slide" Target="/ppt/slides/slide4.xml" Id="Rf638344594b84e69" /><Relationship Type="http://schemas.openxmlformats.org/officeDocument/2006/relationships/slide" Target="/ppt/slides/slide5.xml" Id="R14870999b62644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60ae7eb10c4e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100a9a7aa4699" /><Relationship Type="http://schemas.openxmlformats.org/officeDocument/2006/relationships/notesMaster" Target="/ppt/notesMasters/notesMaster1.xml" Id="R2de677565b7042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a213c7ed3437d" /><Relationship Type="http://schemas.openxmlformats.org/officeDocument/2006/relationships/notesMaster" Target="/ppt/notesMasters/notesMaster1.xml" Id="Rbd4d565451674a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42b4d4d9a4172" /><Relationship Type="http://schemas.openxmlformats.org/officeDocument/2006/relationships/notesMaster" Target="/ppt/notesMasters/notesMaster1.xml" Id="R70527af8be674b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27c341a7e64eb6" /><Relationship Type="http://schemas.openxmlformats.org/officeDocument/2006/relationships/notesMaster" Target="/ppt/notesMasters/notesMaster1.xml" Id="R2bbb9f696a7d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dedcdd1974bfe" /><Relationship Type="http://schemas.openxmlformats.org/officeDocument/2006/relationships/notesMaster" Target="/ppt/notesMasters/notesMaster1.xml" Id="Re8b95a3654424d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1c413960442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cade1217a4b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5f95598744b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81ac6307949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a5e7d554c43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0ed802d4c48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A0289C-A9C5-4A9B-ACB0-E2187C6CA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F9CFA9-D6B0-4457-ABFD-656A498ACF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A84D35-35D4-4C1B-913A-888308FC7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098F1A-CF28-487E-B518-CA35D40DB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41D3E4-1972-4156-B83D-3EA2D94545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3B48E5-E651-4CFE-9A78-4DE1CBC20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535541-9678-4586-9394-A3F965917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0B41D0-1B42-41C7-85A8-D33917B259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B73C2D-ECDA-468E-87B8-9319BB6DC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B4A3B8-3F8C-47F7-A454-4AF853FCD8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60c4d5c244494" /><Relationship Type="http://schemas.openxmlformats.org/officeDocument/2006/relationships/slideLayout" Target="/ppt/slideLayouts/slideLayout1.xml" Id="R85b0b888bca64fe7" /><Relationship Type="http://schemas.openxmlformats.org/officeDocument/2006/relationships/slideLayout" Target="/ppt/slideLayouts/slideLayout2.xml" Id="Rcb9997ba28b2407e" /><Relationship Type="http://schemas.openxmlformats.org/officeDocument/2006/relationships/slideLayout" Target="/ppt/slideLayouts/slideLayout3.xml" Id="R0c1f794585cd4446" /><Relationship Type="http://schemas.openxmlformats.org/officeDocument/2006/relationships/slideLayout" Target="/ppt/slideLayouts/slideLayout4.xml" Id="R459c9c1ed80b4b35" /><Relationship Type="http://schemas.openxmlformats.org/officeDocument/2006/relationships/slideLayout" Target="/ppt/slideLayouts/slideLayout5.xml" Id="Re816a0b68962472e" /><Relationship Type="http://schemas.openxmlformats.org/officeDocument/2006/relationships/slideLayout" Target="/ppt/slideLayouts/slideLayout6.xml" Id="R8ec11b1a8a1f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0b888bca64fe7"/>
    <p:sldLayoutId xmlns:r="http://schemas.openxmlformats.org/officeDocument/2006/relationships" id="2147483650" r:id="Rcb9997ba28b2407e"/>
    <p:sldLayoutId xmlns:r="http://schemas.openxmlformats.org/officeDocument/2006/relationships" id="2147483651" r:id="R0c1f794585cd4446"/>
    <p:sldLayoutId xmlns:r="http://schemas.openxmlformats.org/officeDocument/2006/relationships" id="2147483652" r:id="R459c9c1ed80b4b35"/>
    <p:sldLayoutId xmlns:r="http://schemas.openxmlformats.org/officeDocument/2006/relationships" id="2147483653" r:id="Re816a0b68962472e"/>
    <p:sldLayoutId xmlns:r="http://schemas.openxmlformats.org/officeDocument/2006/relationships" id="2147483654" r:id="R8ec11b1a8a1f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3153df64d465d" /><Relationship Type="http://schemas.openxmlformats.org/officeDocument/2006/relationships/image" Target="/ppt/media/image.png" Id="R1778b0544ce6414a" /><Relationship Type="http://schemas.openxmlformats.org/officeDocument/2006/relationships/notesSlide" Target="/ppt/notesSlides/notesSlide1.xml" Id="Re74b43ce4d80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4de1fc6094adc" /><Relationship Type="http://schemas.openxmlformats.org/officeDocument/2006/relationships/image" Target="/ppt/media/image2.png" Id="R6cd30ed0719b4c53" /><Relationship Type="http://schemas.openxmlformats.org/officeDocument/2006/relationships/notesSlide" Target="/ppt/notesSlides/notesSlide2.xml" Id="R69d6f023ea354f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d736a096048a1" /><Relationship Type="http://schemas.openxmlformats.org/officeDocument/2006/relationships/image" Target="/ppt/media/image3.png" Id="R4355dad2188c4bb5" /><Relationship Type="http://schemas.openxmlformats.org/officeDocument/2006/relationships/notesSlide" Target="/ppt/notesSlides/notesSlide3.xml" Id="Rb241aa35de94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b30fa4b0f4a0f" /><Relationship Type="http://schemas.openxmlformats.org/officeDocument/2006/relationships/image" Target="/ppt/media/image4.png" Id="R7aa935da28124a35" /><Relationship Type="http://schemas.openxmlformats.org/officeDocument/2006/relationships/notesSlide" Target="/ppt/notesSlides/notesSlide4.xml" Id="Rceb0083f1a5d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2a307ae444733" /><Relationship Type="http://schemas.openxmlformats.org/officeDocument/2006/relationships/image" Target="/ppt/media/image5.png" Id="Ref1775c553e34480" /><Relationship Type="http://schemas.openxmlformats.org/officeDocument/2006/relationships/notesSlide" Target="/ppt/notesSlides/notesSlide5.xml" Id="Rf0d2cd634e09411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674BC-17BE-4C7F-82CE-D78BFD2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Hands busy.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Keyboard waiting.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E0C91-DA4B-42F1-B0D2-8DAD1C29D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b0544ce6414a"/>
          <a:stretch xmlns:a="http://schemas.openxmlformats.org/drawingml/2006/main"/>
        </p:blipFill>
        <p:spPr>
          <a:xfrm xmlns:a="http://schemas.openxmlformats.org/drawingml/2006/main">
            <a:off x="2807193" y="2171700"/>
            <a:ext cx="7911115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18265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4B38-1E78-4D69-99B6-DEFDAB5F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Patient care.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Computer interruptions.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1053-69BB-4C13-8478-096C037AB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30ed0719b4c53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2133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30C79-731F-4F72-B0F9-180D5815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Another click.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Another glove change.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B9F63-AD78-4169-AB46-03AA73E3C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5dad2188c4bb5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4164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7E8FF"/>
            </a:gs>
            <a:gs pos="100000">
              <a:srgbClr val="F4F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57BB-FF92-4D25-B241-312A7670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Introducing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hands-free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1A7C4-7CF9-4AC2-8B87-39BD68515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935da28124a35"/>
          <a:stretch xmlns:a="http://schemas.openxmlformats.org/drawingml/2006/main"/>
        </p:blipFill>
        <p:spPr>
          <a:xfrm xmlns:a="http://schemas.openxmlformats.org/drawingml/2006/main">
            <a:off x="6000750" y="1066085"/>
            <a:ext cx="5381625" cy="47639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2792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1F105-A4B9-4EF8-B550-D62545AD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Eye, hand, screen.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Aligned.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C3803-0E88-464E-B48B-BBC257B29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775c553e34480"/>
          <a:stretch xmlns:a="http://schemas.openxmlformats.org/drawingml/2006/main"/>
        </p:blipFill>
        <p:spPr>
          <a:xfrm xmlns:a="http://schemas.openxmlformats.org/drawingml/2006/main">
            <a:off x="2804824" y="2173033"/>
            <a:ext cx="7915852" cy="4455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58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2026-10-28T17:41:44.1790000Z</dcterms:created>
  <dcterms:modified xsi:type="dcterms:W3CDTF">2026-10-28T17:41:44.1790000Z</dcterms:modified>
</coreProperties>
</file>