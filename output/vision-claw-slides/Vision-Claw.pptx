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34368d14b4bd9" /><Relationship Type="http://schemas.openxmlformats.org/officeDocument/2006/relationships/extended-properties" Target="/docProps/app.xml" Id="R370190d7ce8e465f" /><Relationship Type="http://schemas.openxmlformats.org/officeDocument/2006/relationships/officeDocument" Target="/ppt/presentation.xml" Id="Rbc6bbb699215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7bedb43504668"/>
  </p:sldMasterIdLst>
  <p:notesMasterIdLst>
    <p:notesMasterId xmlns:r="http://schemas.openxmlformats.org/officeDocument/2006/relationships" r:id="Rca50ee95ce8f41d2"/>
  </p:notesMasterIdLst>
  <p:sldIdLst>
    <p:sldId xmlns:r="http://schemas.openxmlformats.org/officeDocument/2006/relationships" id="256" r:id="R6b1a9a72465d4754"/>
    <p:sldId xmlns:r="http://schemas.openxmlformats.org/officeDocument/2006/relationships" id="257" r:id="R4b61f2f3d8e44289"/>
    <p:sldId xmlns:r="http://schemas.openxmlformats.org/officeDocument/2006/relationships" id="258" r:id="Rbced18b20a02406a"/>
    <p:sldId xmlns:r="http://schemas.openxmlformats.org/officeDocument/2006/relationships" id="259" r:id="Ra167a18c9c0740b9"/>
    <p:sldId xmlns:r="http://schemas.openxmlformats.org/officeDocument/2006/relationships" id="260" r:id="R37dcb5e418014a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b707fe81ad4451" /><Relationship Type="http://schemas.openxmlformats.org/officeDocument/2006/relationships/slideMaster" Target="/ppt/slideMasters/slideMaster1.xml" Id="R77a7bedb43504668" /><Relationship Type="http://schemas.openxmlformats.org/officeDocument/2006/relationships/notesMaster" Target="/ppt/notesMasters/notesMaster1.xml" Id="Rca50ee95ce8f41d2" /><Relationship Type="http://schemas.openxmlformats.org/officeDocument/2006/relationships/presProps" Target="/ppt/presProps.xml" Id="Rcf6f6d64808e4d75" /><Relationship Type="http://schemas.openxmlformats.org/officeDocument/2006/relationships/tableStyles" Target="/ppt/tableStyles.xml" Id="R5f021a5ba9f64c22" /><Relationship Type="http://schemas.openxmlformats.org/officeDocument/2006/relationships/slide" Target="/ppt/slides/slide1.xml" Id="R6b1a9a72465d4754" /><Relationship Type="http://schemas.openxmlformats.org/officeDocument/2006/relationships/slide" Target="/ppt/slides/slide2.xml" Id="R4b61f2f3d8e44289" /><Relationship Type="http://schemas.openxmlformats.org/officeDocument/2006/relationships/slide" Target="/ppt/slides/slide3.xml" Id="Rbced18b20a02406a" /><Relationship Type="http://schemas.openxmlformats.org/officeDocument/2006/relationships/slide" Target="/ppt/slides/slide4.xml" Id="Ra167a18c9c0740b9" /><Relationship Type="http://schemas.openxmlformats.org/officeDocument/2006/relationships/slide" Target="/ppt/slides/slide5.xml" Id="R37dcb5e41801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880abf2e304d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0473f98f934998" /><Relationship Type="http://schemas.openxmlformats.org/officeDocument/2006/relationships/notesMaster" Target="/ppt/notesMasters/notesMaster1.xml" Id="R01d39912a2714f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2e07828e8f4404" /><Relationship Type="http://schemas.openxmlformats.org/officeDocument/2006/relationships/notesMaster" Target="/ppt/notesMasters/notesMaster1.xml" Id="R977e66b5b3224c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d7ef42719747c3" /><Relationship Type="http://schemas.openxmlformats.org/officeDocument/2006/relationships/notesMaster" Target="/ppt/notesMasters/notesMaster1.xml" Id="R8676c9e75333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c7d23e61414173" /><Relationship Type="http://schemas.openxmlformats.org/officeDocument/2006/relationships/notesMaster" Target="/ppt/notesMasters/notesMaster1.xml" Id="R8089ecbbc80b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06b9ff8fca4529" /><Relationship Type="http://schemas.openxmlformats.org/officeDocument/2006/relationships/notesMaster" Target="/ppt/notesMasters/notesMaster1.xml" Id="Re932b14c8dd040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1c1dd699e4e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5a7234bf3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c9aee48734d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96d1917984b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9e00c3a8f42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f5d3ffcbb44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A46E5D-A750-4EA8-BC25-F7F0EF943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B61641-D3E6-4599-934E-1F1473D234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31F7C0-3F19-4117-B578-3274610A10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76CD4A-DB82-418B-8260-99FBB4C34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AF0C3A-2243-4C1F-9E18-7594AC81E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C73400-9BE7-44E2-8699-E56E92A63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2A9AA6-96A6-4674-A899-BB3CA5669E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ECED6E-E7E3-408A-8ACB-12FE48C4BF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836C84-0CD3-49C9-A12C-5F2B125B6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4DFC85-30E8-444E-BDD6-5E3DD263B0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a667ac155240f6" /><Relationship Type="http://schemas.openxmlformats.org/officeDocument/2006/relationships/slideLayout" Target="/ppt/slideLayouts/slideLayout1.xml" Id="R7c60c0817c744afd" /><Relationship Type="http://schemas.openxmlformats.org/officeDocument/2006/relationships/slideLayout" Target="/ppt/slideLayouts/slideLayout2.xml" Id="R317fda596d7f49d8" /><Relationship Type="http://schemas.openxmlformats.org/officeDocument/2006/relationships/slideLayout" Target="/ppt/slideLayouts/slideLayout3.xml" Id="Rb6d6187f628a4143" /><Relationship Type="http://schemas.openxmlformats.org/officeDocument/2006/relationships/slideLayout" Target="/ppt/slideLayouts/slideLayout4.xml" Id="R91d109467336452b" /><Relationship Type="http://schemas.openxmlformats.org/officeDocument/2006/relationships/slideLayout" Target="/ppt/slideLayouts/slideLayout5.xml" Id="R3608a89b43ab4f8a" /><Relationship Type="http://schemas.openxmlformats.org/officeDocument/2006/relationships/slideLayout" Target="/ppt/slideLayouts/slideLayout6.xml" Id="Re8b08a06d13440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60c0817c744afd"/>
    <p:sldLayoutId xmlns:r="http://schemas.openxmlformats.org/officeDocument/2006/relationships" id="2147483650" r:id="R317fda596d7f49d8"/>
    <p:sldLayoutId xmlns:r="http://schemas.openxmlformats.org/officeDocument/2006/relationships" id="2147483651" r:id="Rb6d6187f628a4143"/>
    <p:sldLayoutId xmlns:r="http://schemas.openxmlformats.org/officeDocument/2006/relationships" id="2147483652" r:id="R91d109467336452b"/>
    <p:sldLayoutId xmlns:r="http://schemas.openxmlformats.org/officeDocument/2006/relationships" id="2147483653" r:id="R3608a89b43ab4f8a"/>
    <p:sldLayoutId xmlns:r="http://schemas.openxmlformats.org/officeDocument/2006/relationships" id="2147483654" r:id="Re8b08a06d13440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34974eb0d46f1" /><Relationship Type="http://schemas.openxmlformats.org/officeDocument/2006/relationships/image" Target="/ppt/media/image.png" Id="R3c1d95549dba4f11" /><Relationship Type="http://schemas.openxmlformats.org/officeDocument/2006/relationships/notesSlide" Target="/ppt/notesSlides/notesSlide1.xml" Id="Rdb4534a0191e4c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14cbf5abe427f" /><Relationship Type="http://schemas.openxmlformats.org/officeDocument/2006/relationships/image" Target="/ppt/media/image2.png" Id="R53c629316c4d4d49" /><Relationship Type="http://schemas.openxmlformats.org/officeDocument/2006/relationships/notesSlide" Target="/ppt/notesSlides/notesSlide2.xml" Id="Rfedf29ed58a441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b1cd9e06a478b" /><Relationship Type="http://schemas.openxmlformats.org/officeDocument/2006/relationships/image" Target="/ppt/media/image3.png" Id="R0bcbeaba7d7c421c" /><Relationship Type="http://schemas.openxmlformats.org/officeDocument/2006/relationships/notesSlide" Target="/ppt/notesSlides/notesSlide3.xml" Id="Rba3b18f0b7ed46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d1441b8ab44a3" /><Relationship Type="http://schemas.openxmlformats.org/officeDocument/2006/relationships/image" Target="/ppt/media/image4.png" Id="R9bb6170455d8479f" /><Relationship Type="http://schemas.openxmlformats.org/officeDocument/2006/relationships/notesSlide" Target="/ppt/notesSlides/notesSlide4.xml" Id="Rb7e78028fdf342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ba88e3c844a44" /><Relationship Type="http://schemas.openxmlformats.org/officeDocument/2006/relationships/image" Target="/ppt/media/image5.png" Id="R43945a1cfada457c" /><Relationship Type="http://schemas.openxmlformats.org/officeDocument/2006/relationships/notesSlide" Target="/ppt/notesSlides/notesSlide5.xml" Id="Re4de53703257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1CC3E-65E5-43CB-8DCD-18E7527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Lab work shouldn’t require keyboards and mice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A0EC7-72E0-41F5-BE1E-DF190B4F2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d95549dba4f11"/>
          <a:stretch xmlns:a="http://schemas.openxmlformats.org/drawingml/2006/main"/>
        </p:blipFill>
        <p:spPr>
          <a:xfrm xmlns:a="http://schemas.openxmlformats.org/drawingml/2006/main">
            <a:off x="1320594" y="1333500"/>
            <a:ext cx="9550812" cy="538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0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8969C-B00B-45DB-87B7-0B7257AD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Patient care shouldn’t require keyboards and mice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5E6D7-2DC2-4796-9780-580D749DAE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629316c4d4d49"/>
          <a:stretch xmlns:a="http://schemas.openxmlformats.org/drawingml/2006/main"/>
        </p:blipFill>
        <p:spPr>
          <a:xfrm xmlns:a="http://schemas.openxmlformats.org/drawingml/2006/main">
            <a:off x="1317735" y="1333500"/>
            <a:ext cx="9556531" cy="538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4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AE984-1F01-4656-9B5C-64E13C9D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Computer use interrupts gloved work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FC567-1087-4310-B198-2E3BC2884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beaba7d7c421c"/>
          <a:stretch xmlns:a="http://schemas.openxmlformats.org/drawingml/2006/main"/>
        </p:blipFill>
        <p:spPr>
          <a:xfrm xmlns:a="http://schemas.openxmlformats.org/drawingml/2006/main">
            <a:off x="1317735" y="1333500"/>
            <a:ext cx="9556531" cy="538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88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4B8FF-F519-4382-8DD7-87DE97BF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Introducing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EAE83-32D1-42B7-B351-B0097F546D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6170455d8479f"/>
          <a:stretch xmlns:a="http://schemas.openxmlformats.org/drawingml/2006/main"/>
        </p:blipFill>
        <p:spPr>
          <a:xfrm xmlns:a="http://schemas.openxmlformats.org/drawingml/2006/main">
            <a:off x="3190875" y="1262134"/>
            <a:ext cx="5810250" cy="51433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24D7A-FFEB-48BB-BA63-3051AEAA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71C4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C49"/>
                </a:solidFill>
                <a:latin typeface="Arial"/>
                <a:ea typeface="Arial"/>
                <a:cs typeface="Arial"/>
              </a:rPr>
              <a:t>The innovation: eye, hand, screen alignment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7914C-DAEB-40E6-B895-1EAC95BFE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45a1cfada457c"/>
          <a:stretch xmlns:a="http://schemas.openxmlformats.org/drawingml/2006/main"/>
        </p:blipFill>
        <p:spPr>
          <a:xfrm xmlns:a="http://schemas.openxmlformats.org/drawingml/2006/main">
            <a:off x="1317735" y="1335109"/>
            <a:ext cx="9556531" cy="53784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46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2026-10-28T17:38:41.2690000Z</dcterms:created>
  <dcterms:modified xsi:type="dcterms:W3CDTF">2026-10-28T17:38:41.2690000Z</dcterms:modified>
</coreProperties>
</file>