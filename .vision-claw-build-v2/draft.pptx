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a9d779970549d5" /><Relationship Type="http://schemas.openxmlformats.org/officeDocument/2006/relationships/extended-properties" Target="/docProps/app.xml" Id="R72fc4c7591964b9c" /><Relationship Type="http://schemas.openxmlformats.org/officeDocument/2006/relationships/officeDocument" Target="/ppt/presentation.xml" Id="Re9d88034affd44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affd8507eb4822"/>
  </p:sldMasterIdLst>
  <p:notesMasterIdLst>
    <p:notesMasterId xmlns:r="http://schemas.openxmlformats.org/officeDocument/2006/relationships" r:id="Rd35134cbbcd7471c"/>
  </p:notesMasterIdLst>
  <p:sldIdLst>
    <p:sldId xmlns:r="http://schemas.openxmlformats.org/officeDocument/2006/relationships" id="256" r:id="R62b69d97752f4a2c"/>
    <p:sldId xmlns:r="http://schemas.openxmlformats.org/officeDocument/2006/relationships" id="257" r:id="R9dd74484299c49e9"/>
    <p:sldId xmlns:r="http://schemas.openxmlformats.org/officeDocument/2006/relationships" id="258" r:id="Rd27fddc57aaf445a"/>
    <p:sldId xmlns:r="http://schemas.openxmlformats.org/officeDocument/2006/relationships" id="259" r:id="R2dff2372f2cb45c0"/>
    <p:sldId xmlns:r="http://schemas.openxmlformats.org/officeDocument/2006/relationships" id="260" r:id="R96fbc234d19e4e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e293d4a12d4ca4" /><Relationship Type="http://schemas.openxmlformats.org/officeDocument/2006/relationships/slideMaster" Target="/ppt/slideMasters/slideMaster1.xml" Id="R72affd8507eb4822" /><Relationship Type="http://schemas.openxmlformats.org/officeDocument/2006/relationships/notesMaster" Target="/ppt/notesMasters/notesMaster1.xml" Id="Rd35134cbbcd7471c" /><Relationship Type="http://schemas.openxmlformats.org/officeDocument/2006/relationships/presProps" Target="/ppt/presProps.xml" Id="R7291ecb2e7474814" /><Relationship Type="http://schemas.openxmlformats.org/officeDocument/2006/relationships/tableStyles" Target="/ppt/tableStyles.xml" Id="R88e57d5995fb43c8" /><Relationship Type="http://schemas.openxmlformats.org/officeDocument/2006/relationships/slide" Target="/ppt/slides/slide1.xml" Id="R62b69d97752f4a2c" /><Relationship Type="http://schemas.openxmlformats.org/officeDocument/2006/relationships/slide" Target="/ppt/slides/slide2.xml" Id="R9dd74484299c49e9" /><Relationship Type="http://schemas.openxmlformats.org/officeDocument/2006/relationships/slide" Target="/ppt/slides/slide3.xml" Id="Rd27fddc57aaf445a" /><Relationship Type="http://schemas.openxmlformats.org/officeDocument/2006/relationships/slide" Target="/ppt/slides/slide4.xml" Id="R2dff2372f2cb45c0" /><Relationship Type="http://schemas.openxmlformats.org/officeDocument/2006/relationships/slide" Target="/ppt/slides/slide5.xml" Id="R96fbc234d19e4e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0971d32f2744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4c607bb2c644ce" /><Relationship Type="http://schemas.openxmlformats.org/officeDocument/2006/relationships/notesMaster" Target="/ppt/notesMasters/notesMaster1.xml" Id="Rf7660feea99349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9aae147f4b45aa" /><Relationship Type="http://schemas.openxmlformats.org/officeDocument/2006/relationships/notesMaster" Target="/ppt/notesMasters/notesMaster1.xml" Id="R946ede3cd7cb4e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e529430f4f47a0" /><Relationship Type="http://schemas.openxmlformats.org/officeDocument/2006/relationships/notesMaster" Target="/ppt/notesMasters/notesMaster1.xml" Id="R1f6df2d0fa794e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46a05010314900" /><Relationship Type="http://schemas.openxmlformats.org/officeDocument/2006/relationships/notesMaster" Target="/ppt/notesMasters/notesMaster1.xml" Id="R5498e6afdc5a4d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6b92e0818b4384" /><Relationship Type="http://schemas.openxmlformats.org/officeDocument/2006/relationships/notesMaster" Target="/ppt/notesMasters/notesMaster1.xml" Id="R0a6652b0da9d40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f680caac784e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76b1562d52477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cb576b0eef4e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58747ca34740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22abbc60da4f1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fd63c68a5440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3294F6-D693-477E-B105-818A7357B1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1A418DD-7F8A-47EC-B834-0391FEA7D28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8055204-B09B-42DC-8E70-C83F5F274A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3221DD-6143-4375-A12B-ABD40A1BD8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A7A930F-0A6F-461F-B152-2D25FCDC64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A3F372F-7632-4F17-9800-E64D834C80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316DF4-FCB0-4844-850C-9FD7C5FCAF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577BC48-CC61-4DDB-8453-CC1C3A7EFC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D22122-DF78-4230-8052-D98C1C310B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533439-A352-425A-BD39-4259D8BF86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252fd868294cac" /><Relationship Type="http://schemas.openxmlformats.org/officeDocument/2006/relationships/slideLayout" Target="/ppt/slideLayouts/slideLayout1.xml" Id="Ra9c6daceaf4142ed" /><Relationship Type="http://schemas.openxmlformats.org/officeDocument/2006/relationships/slideLayout" Target="/ppt/slideLayouts/slideLayout2.xml" Id="R8e685c6703534532" /><Relationship Type="http://schemas.openxmlformats.org/officeDocument/2006/relationships/slideLayout" Target="/ppt/slideLayouts/slideLayout3.xml" Id="R3d3453b38d154bb5" /><Relationship Type="http://schemas.openxmlformats.org/officeDocument/2006/relationships/slideLayout" Target="/ppt/slideLayouts/slideLayout4.xml" Id="Rbc3c2e3711994270" /><Relationship Type="http://schemas.openxmlformats.org/officeDocument/2006/relationships/slideLayout" Target="/ppt/slideLayouts/slideLayout5.xml" Id="Rf631664b4dde4344" /><Relationship Type="http://schemas.openxmlformats.org/officeDocument/2006/relationships/slideLayout" Target="/ppt/slideLayouts/slideLayout6.xml" Id="R6dbefef4e88947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c6daceaf4142ed"/>
    <p:sldLayoutId xmlns:r="http://schemas.openxmlformats.org/officeDocument/2006/relationships" id="2147483650" r:id="R8e685c6703534532"/>
    <p:sldLayoutId xmlns:r="http://schemas.openxmlformats.org/officeDocument/2006/relationships" id="2147483651" r:id="R3d3453b38d154bb5"/>
    <p:sldLayoutId xmlns:r="http://schemas.openxmlformats.org/officeDocument/2006/relationships" id="2147483652" r:id="Rbc3c2e3711994270"/>
    <p:sldLayoutId xmlns:r="http://schemas.openxmlformats.org/officeDocument/2006/relationships" id="2147483653" r:id="Rf631664b4dde4344"/>
    <p:sldLayoutId xmlns:r="http://schemas.openxmlformats.org/officeDocument/2006/relationships" id="2147483654" r:id="R6dbefef4e88947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a1b8945b964180" /><Relationship Type="http://schemas.openxmlformats.org/officeDocument/2006/relationships/image" Target="/ppt/media/image.png" Id="Reef169c42c594ace" /><Relationship Type="http://schemas.openxmlformats.org/officeDocument/2006/relationships/notesSlide" Target="/ppt/notesSlides/notesSlide1.xml" Id="R4c6b73c93b3846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c19d402bed4a42" /><Relationship Type="http://schemas.openxmlformats.org/officeDocument/2006/relationships/image" Target="/ppt/media/image2.png" Id="R995ba9b45ab14ccd" /><Relationship Type="http://schemas.openxmlformats.org/officeDocument/2006/relationships/notesSlide" Target="/ppt/notesSlides/notesSlide2.xml" Id="Re34a9646d3fa41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d61e01321c4fe5" /><Relationship Type="http://schemas.openxmlformats.org/officeDocument/2006/relationships/image" Target="/ppt/media/image3.png" Id="R2df4b98b97cc4374" /><Relationship Type="http://schemas.openxmlformats.org/officeDocument/2006/relationships/notesSlide" Target="/ppt/notesSlides/notesSlide3.xml" Id="R62cad3544d4448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7c239e20f74db5" /><Relationship Type="http://schemas.openxmlformats.org/officeDocument/2006/relationships/image" Target="/ppt/media/image4.png" Id="Rb25e21b4de5a4a03" /><Relationship Type="http://schemas.openxmlformats.org/officeDocument/2006/relationships/notesSlide" Target="/ppt/notesSlides/notesSlide4.xml" Id="Rd6c210c00d7e48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b66fe4ae9c4188" /><Relationship Type="http://schemas.openxmlformats.org/officeDocument/2006/relationships/image" Target="/ppt/media/image5.png" Id="Ra7132dfe53e24dfc" /><Relationship Type="http://schemas.openxmlformats.org/officeDocument/2006/relationships/notesSlide" Target="/ppt/notesSlides/notesSlide5.xml" Id="R5fe8dff0e97f45b7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9FCFF"/>
            </a:gs>
            <a:gs pos="100000">
              <a:srgbClr val="E2EDF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F5E25-9231-426D-883E-5A3B83FA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Hands busy.</a:t>
            </a:r>
          </a:p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Keyboard waiting.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04D81-1171-4FC1-A27B-D318A2C97F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f169c42c594ace"/>
          <a:stretch xmlns:a="http://schemas.openxmlformats.org/drawingml/2006/main"/>
        </p:blipFill>
        <p:spPr>
          <a:xfrm xmlns:a="http://schemas.openxmlformats.org/drawingml/2006/main">
            <a:off x="2807193" y="2171700"/>
            <a:ext cx="7911115" cy="4457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463028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9FCFF"/>
            </a:gs>
            <a:gs pos="100000">
              <a:srgbClr val="E2EDF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34EC9-ED10-4544-A3F7-F31C2AAE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Patient care.</a:t>
            </a:r>
          </a:p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Computer interruptions.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93E22-3BA7-4CCE-8B59-37CF445939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ba9b45ab14ccd"/>
          <a:stretch xmlns:a="http://schemas.openxmlformats.org/drawingml/2006/main"/>
        </p:blipFill>
        <p:spPr>
          <a:xfrm xmlns:a="http://schemas.openxmlformats.org/drawingml/2006/main">
            <a:off x="2804824" y="2171700"/>
            <a:ext cx="7915852" cy="4457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72586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9FCFF"/>
            </a:gs>
            <a:gs pos="100000">
              <a:srgbClr val="E2EDF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730DD-AEC4-4CFB-967B-54DE9699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Another click.</a:t>
            </a:r>
          </a:p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Another glove change.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23512-DB8B-4018-A8A2-9BA0CFA379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4b98b97cc4374"/>
          <a:stretch xmlns:a="http://schemas.openxmlformats.org/drawingml/2006/main"/>
        </p:blipFill>
        <p:spPr>
          <a:xfrm xmlns:a="http://schemas.openxmlformats.org/drawingml/2006/main">
            <a:off x="2804824" y="2171700"/>
            <a:ext cx="7915852" cy="4457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75981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D7E8FF"/>
            </a:gs>
            <a:gs pos="100000">
              <a:srgbClr val="F4F9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F3845-EB27-49D9-9C86-C4E3C164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857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Introducing</a:t>
            </a:r>
          </a:p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touchless</a:t>
            </a:r>
          </a:p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00125-A9E0-43D1-8AEA-FFAA0BF3B7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e21b4de5a4a03"/>
          <a:stretch xmlns:a="http://schemas.openxmlformats.org/drawingml/2006/main"/>
        </p:blipFill>
        <p:spPr>
          <a:xfrm xmlns:a="http://schemas.openxmlformats.org/drawingml/2006/main">
            <a:off x="6000750" y="1066085"/>
            <a:ext cx="5381625" cy="476392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467235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9FCFF"/>
            </a:gs>
            <a:gs pos="100000">
              <a:srgbClr val="E2EDF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5C1B3-3453-4579-8435-F18FDD0F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Eye, hand, screen.</a:t>
            </a:r>
          </a:p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Aligned.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E04AB-0548-472F-953D-7076CFD231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32dfe53e24dfc"/>
          <a:stretch xmlns:a="http://schemas.openxmlformats.org/drawingml/2006/main"/>
        </p:blipFill>
        <p:spPr>
          <a:xfrm xmlns:a="http://schemas.openxmlformats.org/drawingml/2006/main">
            <a:off x="2804824" y="2173033"/>
            <a:ext cx="7915852" cy="44550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8152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2026-10-28T17:42:40.5870000Z</dcterms:created>
  <dcterms:modified xsi:type="dcterms:W3CDTF">2026-10-28T17:42:40.5870000Z</dcterms:modified>
</coreProperties>
</file>