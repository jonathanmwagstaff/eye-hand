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9f2b0b207340d3" /><Relationship Type="http://schemas.openxmlformats.org/officeDocument/2006/relationships/extended-properties" Target="/docProps/app.xml" Id="R485390d49b31467c" /><Relationship Type="http://schemas.openxmlformats.org/officeDocument/2006/relationships/officeDocument" Target="/ppt/presentation.xml" Id="R447e24408ba7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fcd65e3ed4d7d"/>
  </p:sldMasterIdLst>
  <p:notesMasterIdLst>
    <p:notesMasterId xmlns:r="http://schemas.openxmlformats.org/officeDocument/2006/relationships" r:id="Rf4c3196be2104e98"/>
  </p:notesMasterIdLst>
  <p:sldIdLst>
    <p:sldId xmlns:r="http://schemas.openxmlformats.org/officeDocument/2006/relationships" id="256" r:id="R2d6798f337ce4935"/>
    <p:sldId xmlns:r="http://schemas.openxmlformats.org/officeDocument/2006/relationships" id="257" r:id="R9fb4f4a377914f46"/>
    <p:sldId xmlns:r="http://schemas.openxmlformats.org/officeDocument/2006/relationships" id="258" r:id="R7bf3c620abf8491b"/>
    <p:sldId xmlns:r="http://schemas.openxmlformats.org/officeDocument/2006/relationships" id="259" r:id="R2372d30934e04ca0"/>
    <p:sldId xmlns:r="http://schemas.openxmlformats.org/officeDocument/2006/relationships" id="260" r:id="R44017fe34b054b9f"/>
    <p:sldId xmlns:r="http://schemas.openxmlformats.org/officeDocument/2006/relationships" id="261" r:id="R684d223697824a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4a9ceff81e4554" /><Relationship Type="http://schemas.openxmlformats.org/officeDocument/2006/relationships/slideMaster" Target="/ppt/slideMasters/slideMaster1.xml" Id="R147fcd65e3ed4d7d" /><Relationship Type="http://schemas.openxmlformats.org/officeDocument/2006/relationships/notesMaster" Target="/ppt/notesMasters/notesMaster1.xml" Id="Rf4c3196be2104e98" /><Relationship Type="http://schemas.openxmlformats.org/officeDocument/2006/relationships/presProps" Target="/ppt/presProps.xml" Id="R673bd387ea164f6f" /><Relationship Type="http://schemas.openxmlformats.org/officeDocument/2006/relationships/tableStyles" Target="/ppt/tableStyles.xml" Id="R71de6af6e7a5469a" /><Relationship Type="http://schemas.openxmlformats.org/officeDocument/2006/relationships/slide" Target="/ppt/slides/slide1.xml" Id="R2d6798f337ce4935" /><Relationship Type="http://schemas.openxmlformats.org/officeDocument/2006/relationships/slide" Target="/ppt/slides/slide2.xml" Id="R9fb4f4a377914f46" /><Relationship Type="http://schemas.openxmlformats.org/officeDocument/2006/relationships/slide" Target="/ppt/slides/slide3.xml" Id="R7bf3c620abf8491b" /><Relationship Type="http://schemas.openxmlformats.org/officeDocument/2006/relationships/slide" Target="/ppt/slides/slide4.xml" Id="R2372d30934e04ca0" /><Relationship Type="http://schemas.openxmlformats.org/officeDocument/2006/relationships/slide" Target="/ppt/slides/slide5.xml" Id="R44017fe34b054b9f" /><Relationship Type="http://schemas.openxmlformats.org/officeDocument/2006/relationships/slide" Target="/ppt/slides/slide6.xml" Id="R684d223697824a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b33b12d45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bae1ef52c14bb5" /><Relationship Type="http://schemas.openxmlformats.org/officeDocument/2006/relationships/notesMaster" Target="/ppt/notesMasters/notesMaster1.xml" Id="Rc54027f9e441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1e81b39714133" /><Relationship Type="http://schemas.openxmlformats.org/officeDocument/2006/relationships/notesMaster" Target="/ppt/notesMasters/notesMaster1.xml" Id="R764a27059cb7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e96e8b070428c" /><Relationship Type="http://schemas.openxmlformats.org/officeDocument/2006/relationships/notesMaster" Target="/ppt/notesMasters/notesMaster1.xml" Id="Rcf17cc3bb84042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f3b7ed38084be9" /><Relationship Type="http://schemas.openxmlformats.org/officeDocument/2006/relationships/notesMaster" Target="/ppt/notesMasters/notesMaster1.xml" Id="Rf2b50dc2764f45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5fc3c1cc14af9" /><Relationship Type="http://schemas.openxmlformats.org/officeDocument/2006/relationships/notesMaster" Target="/ppt/notesMasters/notesMaster1.xml" Id="Rfac3c8ac6647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b3f3c15d1464a" /><Relationship Type="http://schemas.openxmlformats.org/officeDocument/2006/relationships/notesMaster" Target="/ppt/notesMasters/notesMaster1.xml" Id="R6f66857bd6dd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523c51d2345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a0210c2cd46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94e386bb844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fb61bb0b447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395e0d92742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c76d2ae2942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9D3B58-C957-4FCC-9BD3-3261D8DB8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AB8B03-D85D-47BE-9880-83ED718BA8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E6B058-2415-4A0B-96EA-FA474472D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0744E2-C65E-4AF7-83F2-25E3E6327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91CE4B-DFDF-4812-9AE2-C568CDD45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279B98-38A2-4450-9AB2-D27A56E2A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C5560A-D365-4CC2-AB05-698A0EFE4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ED7967-C547-4592-B1E5-E1468044D0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7BE567-5425-4D99-8F6A-770D871B44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3024B4-7CC4-4680-898D-216F90B70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ed4045fb4440d5" /><Relationship Type="http://schemas.openxmlformats.org/officeDocument/2006/relationships/slideLayout" Target="/ppt/slideLayouts/slideLayout1.xml" Id="R4534e6ac8ab447a7" /><Relationship Type="http://schemas.openxmlformats.org/officeDocument/2006/relationships/slideLayout" Target="/ppt/slideLayouts/slideLayout2.xml" Id="Rb4458586f81b4e4f" /><Relationship Type="http://schemas.openxmlformats.org/officeDocument/2006/relationships/slideLayout" Target="/ppt/slideLayouts/slideLayout3.xml" Id="Rc0bfd3e877e14a91" /><Relationship Type="http://schemas.openxmlformats.org/officeDocument/2006/relationships/slideLayout" Target="/ppt/slideLayouts/slideLayout4.xml" Id="Rbb88bcf298014f5f" /><Relationship Type="http://schemas.openxmlformats.org/officeDocument/2006/relationships/slideLayout" Target="/ppt/slideLayouts/slideLayout5.xml" Id="R2bfbee4c926940eb" /><Relationship Type="http://schemas.openxmlformats.org/officeDocument/2006/relationships/slideLayout" Target="/ppt/slideLayouts/slideLayout6.xml" Id="R3e06389891ba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4e6ac8ab447a7"/>
    <p:sldLayoutId xmlns:r="http://schemas.openxmlformats.org/officeDocument/2006/relationships" id="2147483650" r:id="Rb4458586f81b4e4f"/>
    <p:sldLayoutId xmlns:r="http://schemas.openxmlformats.org/officeDocument/2006/relationships" id="2147483651" r:id="Rc0bfd3e877e14a91"/>
    <p:sldLayoutId xmlns:r="http://schemas.openxmlformats.org/officeDocument/2006/relationships" id="2147483652" r:id="Rbb88bcf298014f5f"/>
    <p:sldLayoutId xmlns:r="http://schemas.openxmlformats.org/officeDocument/2006/relationships" id="2147483653" r:id="R2bfbee4c926940eb"/>
    <p:sldLayoutId xmlns:r="http://schemas.openxmlformats.org/officeDocument/2006/relationships" id="2147483654" r:id="R3e06389891ba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f50bf6ec14ab9" /><Relationship Type="http://schemas.openxmlformats.org/officeDocument/2006/relationships/image" Target="/ppt/media/image.png" Id="R7c61b538d798451c" /><Relationship Type="http://schemas.openxmlformats.org/officeDocument/2006/relationships/notesSlide" Target="/ppt/notesSlides/notesSlide1.xml" Id="R3f020c0544b144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68309fcbf47d6" /><Relationship Type="http://schemas.openxmlformats.org/officeDocument/2006/relationships/image" Target="/ppt/media/image2.png" Id="R7c8fb4477429430e" /><Relationship Type="http://schemas.openxmlformats.org/officeDocument/2006/relationships/notesSlide" Target="/ppt/notesSlides/notesSlide2.xml" Id="R23d8f381b05b47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2b58dc79b4659" /><Relationship Type="http://schemas.openxmlformats.org/officeDocument/2006/relationships/image" Target="/ppt/media/image3.png" Id="R893b885c8ab04d03" /><Relationship Type="http://schemas.openxmlformats.org/officeDocument/2006/relationships/notesSlide" Target="/ppt/notesSlides/notesSlide3.xml" Id="R18715b810c4f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b84f9ea62446e" /><Relationship Type="http://schemas.openxmlformats.org/officeDocument/2006/relationships/image" Target="/ppt/media/image4.png" Id="R6b79522571324302" /><Relationship Type="http://schemas.openxmlformats.org/officeDocument/2006/relationships/notesSlide" Target="/ppt/notesSlides/notesSlide4.xml" Id="R288e8c008b39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19ce78f424501" /><Relationship Type="http://schemas.openxmlformats.org/officeDocument/2006/relationships/image" Target="/ppt/media/image5.png" Id="R84197651c1b8409e" /><Relationship Type="http://schemas.openxmlformats.org/officeDocument/2006/relationships/notesSlide" Target="/ppt/notesSlides/notesSlide5.xml" Id="Rfe33254c3a324c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f635a2f954ede" /><Relationship Type="http://schemas.openxmlformats.org/officeDocument/2006/relationships/image" Target="/ppt/media/image6.png" Id="R1ad400b43997425b" /><Relationship Type="http://schemas.openxmlformats.org/officeDocument/2006/relationships/notesSlide" Target="/ppt/notesSlides/notesSlide6.xml" Id="R457d6393153a423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889D7-02E5-41D4-B68B-04BB0E3A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Laboratory work shouldn’t require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keyboard contact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BC890-FFF3-4806-A0E2-ECD3294BD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1b538d798451c"/>
          <a:stretch xmlns:a="http://schemas.openxmlformats.org/drawingml/2006/main"/>
        </p:blipFill>
        <p:spPr>
          <a:xfrm xmlns:a="http://schemas.openxmlformats.org/drawingml/2006/main">
            <a:off x="2807193" y="2171700"/>
            <a:ext cx="7911115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3443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614A8-BF78-4CAE-B9D1-BAE3042E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Healthcare professionals need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touchless computer control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92161-52F5-457E-9B21-F66AC2999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fb4477429430e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1216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F089F-39F0-4693-8008-9077DC3D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Glove changes interrupt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healthcare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8BE6-8265-47B5-975A-4CB792576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b885c8ab04d03"/>
          <a:stretch xmlns:a="http://schemas.openxmlformats.org/drawingml/2006/main"/>
        </p:blipFill>
        <p:spPr>
          <a:xfrm xmlns:a="http://schemas.openxmlformats.org/drawingml/2006/main">
            <a:off x="2804824" y="2171700"/>
            <a:ext cx="791585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7300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3C166-EBA7-468F-8886-48D49C3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CAD parts can be difficult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to manipulate in 2D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BB42B-4A4F-4A66-88DD-897C2EAD2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9522571324302"/>
          <a:stretch xmlns:a="http://schemas.openxmlformats.org/drawingml/2006/main"/>
        </p:blipFill>
        <p:spPr>
          <a:xfrm xmlns:a="http://schemas.openxmlformats.org/drawingml/2006/main">
            <a:off x="2807193" y="2171700"/>
            <a:ext cx="7911115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9861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7E8FF"/>
            </a:gs>
            <a:gs pos="100000">
              <a:srgbClr val="F4F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2E0B9-F4DD-4560-BBE1-EEADA0C5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Introducing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touchless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ADDAB-0E7D-4637-8231-A0227A10EC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97651c1b8409e"/>
          <a:stretch xmlns:a="http://schemas.openxmlformats.org/drawingml/2006/main"/>
        </p:blipFill>
        <p:spPr>
          <a:xfrm xmlns:a="http://schemas.openxmlformats.org/drawingml/2006/main">
            <a:off x="6000750" y="1066085"/>
            <a:ext cx="5381625" cy="47639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5925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FCFF"/>
            </a:gs>
            <a:gs pos="100000">
              <a:srgbClr val="E2ED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7663B-45D7-4D06-8611-B88C8252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Eye, hand, screen.</a:t>
            </a:r>
          </a:p>
          <a:p xmlns:a="http://schemas.openxmlformats.org/drawingml/2006/main">
            <a:pPr>
              <a:defRPr sz="48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Aligned.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055F-1660-4705-8229-97CF2401E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400b43997425b"/>
          <a:stretch xmlns:a="http://schemas.openxmlformats.org/drawingml/2006/main"/>
        </p:blipFill>
        <p:spPr>
          <a:xfrm xmlns:a="http://schemas.openxmlformats.org/drawingml/2006/main">
            <a:off x="2804824" y="2173033"/>
            <a:ext cx="7915852" cy="4455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99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2026-10-28T17:46:49.7050000Z</dcterms:created>
  <dcterms:modified xsi:type="dcterms:W3CDTF">2026-10-28T17:46:49.7050000Z</dcterms:modified>
</coreProperties>
</file>